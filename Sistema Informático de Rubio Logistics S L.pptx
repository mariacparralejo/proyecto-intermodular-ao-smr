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smtClean="0"/>
              <a:t>Haga clic para editar el estilo de subtítulo del patrón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25680E-CEBE-42F8-9C78-F26ECBB01458}" type="datetimeFigureOut">
              <a:rPr lang="es-ES" smtClean="0"/>
              <a:t>02/05/2026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CC5B66-7536-4BF5-85AB-AA549C91088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621588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25680E-CEBE-42F8-9C78-F26ECBB01458}" type="datetimeFigureOut">
              <a:rPr lang="es-ES" smtClean="0"/>
              <a:t>02/05/2026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CC5B66-7536-4BF5-85AB-AA549C91088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303242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25680E-CEBE-42F8-9C78-F26ECBB01458}" type="datetimeFigureOut">
              <a:rPr lang="es-ES" smtClean="0"/>
              <a:t>02/05/2026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CC5B66-7536-4BF5-85AB-AA549C91088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572519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25680E-CEBE-42F8-9C78-F26ECBB01458}" type="datetimeFigureOut">
              <a:rPr lang="es-ES" smtClean="0"/>
              <a:t>02/05/2026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CC5B66-7536-4BF5-85AB-AA549C91088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429338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25680E-CEBE-42F8-9C78-F26ECBB01458}" type="datetimeFigureOut">
              <a:rPr lang="es-ES" smtClean="0"/>
              <a:t>02/05/2026</a:t>
            </a:fld>
            <a:endParaRPr lang="es-ES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CC5B66-7536-4BF5-85AB-AA549C91088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029079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25680E-CEBE-42F8-9C78-F26ECBB01458}" type="datetimeFigureOut">
              <a:rPr lang="es-ES" smtClean="0"/>
              <a:t>02/05/2026</a:t>
            </a:fld>
            <a:endParaRPr lang="es-E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CC5B66-7536-4BF5-85AB-AA549C91088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512360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25680E-CEBE-42F8-9C78-F26ECBB01458}" type="datetimeFigureOut">
              <a:rPr lang="es-ES" smtClean="0"/>
              <a:t>02/05/2026</a:t>
            </a:fld>
            <a:endParaRPr lang="es-ES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CC5B66-7536-4BF5-85AB-AA549C91088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462071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25680E-CEBE-42F8-9C78-F26ECBB01458}" type="datetimeFigureOut">
              <a:rPr lang="es-ES" smtClean="0"/>
              <a:t>02/05/2026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CC5B66-7536-4BF5-85AB-AA549C91088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903220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25680E-CEBE-42F8-9C78-F26ECBB01458}" type="datetimeFigureOut">
              <a:rPr lang="es-ES" smtClean="0"/>
              <a:t>02/05/2026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CC5B66-7536-4BF5-85AB-AA549C91088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778602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25680E-CEBE-42F8-9C78-F26ECBB01458}" type="datetimeFigureOut">
              <a:rPr lang="es-ES" smtClean="0"/>
              <a:t>02/05/2026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CC5B66-7536-4BF5-85AB-AA549C91088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847265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25680E-CEBE-42F8-9C78-F26ECBB01458}" type="datetimeFigureOut">
              <a:rPr lang="es-ES" smtClean="0"/>
              <a:t>02/05/2026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CC5B66-7536-4BF5-85AB-AA549C91088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81475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25680E-CEBE-42F8-9C78-F26ECBB01458}" type="datetimeFigureOut">
              <a:rPr lang="es-ES" smtClean="0"/>
              <a:t>02/05/2026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CC5B66-7536-4BF5-85AB-AA549C91088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551779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" dirty="0" smtClean="0"/>
              <a:t>Sistema Informático de Rubio </a:t>
            </a:r>
            <a:r>
              <a:rPr lang="es-ES" dirty="0" err="1" smtClean="0"/>
              <a:t>Logistics</a:t>
            </a:r>
            <a:r>
              <a:rPr lang="es-ES" dirty="0" smtClean="0"/>
              <a:t> S.L.</a:t>
            </a:r>
            <a:endParaRPr lang="es-ES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ES" dirty="0" smtClean="0"/>
          </a:p>
          <a:p>
            <a:endParaRPr lang="es-ES" dirty="0"/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52734" y="3602038"/>
            <a:ext cx="3086531" cy="1933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83820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DESCRIPCIÓN DE LA EMPRESA</a:t>
            </a:r>
            <a:endParaRPr lang="es-E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ES" b="1" dirty="0" smtClean="0"/>
              <a:t>📦 Descripción de la empresa</a:t>
            </a:r>
            <a:endParaRPr lang="es-ES" dirty="0" smtClean="0"/>
          </a:p>
          <a:p>
            <a:r>
              <a:rPr lang="es-ES" dirty="0" smtClean="0"/>
              <a:t>Empresa dedicada a mensajería y envíos </a:t>
            </a:r>
          </a:p>
          <a:p>
            <a:r>
              <a:rPr lang="es-ES" dirty="0" smtClean="0"/>
              <a:t>Gestión de paquetes y seguimiento </a:t>
            </a:r>
          </a:p>
          <a:p>
            <a:r>
              <a:rPr lang="es-ES" dirty="0" smtClean="0"/>
              <a:t>Atención al cliente </a:t>
            </a:r>
          </a:p>
          <a:p>
            <a:r>
              <a:rPr lang="es-ES" dirty="0" smtClean="0"/>
              <a:t>Resolución de incidencias </a:t>
            </a:r>
          </a:p>
          <a:p>
            <a:r>
              <a:rPr lang="es-ES" dirty="0" smtClean="0"/>
              <a:t>Servicio rápido y organizado</a:t>
            </a: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735989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Estructura de la empresa</a:t>
            </a:r>
            <a:endParaRPr lang="es-E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s-ES" b="1" dirty="0" smtClean="0"/>
              <a:t>  </a:t>
            </a:r>
            <a:r>
              <a:rPr lang="es-ES" dirty="0"/>
              <a:t>👥 </a:t>
            </a:r>
            <a:r>
              <a:rPr lang="es-ES" b="1" dirty="0" smtClean="0"/>
              <a:t> Estructura de la empresa</a:t>
            </a:r>
            <a:endParaRPr lang="es-ES" dirty="0" smtClean="0"/>
          </a:p>
          <a:p>
            <a:r>
              <a:rPr lang="es-ES" dirty="0" smtClean="0"/>
              <a:t>Administrador </a:t>
            </a:r>
          </a:p>
          <a:p>
            <a:r>
              <a:rPr lang="es-ES" dirty="0" smtClean="0"/>
              <a:t>Recepcionista </a:t>
            </a:r>
          </a:p>
          <a:p>
            <a:r>
              <a:rPr lang="es-ES" dirty="0" smtClean="0"/>
              <a:t>Administrativa </a:t>
            </a:r>
          </a:p>
          <a:p>
            <a:r>
              <a:rPr lang="es-ES" dirty="0" smtClean="0"/>
              <a:t>Conductores</a:t>
            </a:r>
            <a:endParaRPr lang="es-ES" dirty="0"/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10170" y="2510425"/>
            <a:ext cx="7369866" cy="2981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83187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EQUIPOS INFORMÁTICOS</a:t>
            </a:r>
            <a:endParaRPr lang="es-E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ES" b="1" dirty="0" smtClean="0"/>
              <a:t> 💻 Equipos informáticos</a:t>
            </a:r>
            <a:endParaRPr lang="es-ES" dirty="0" smtClean="0"/>
          </a:p>
          <a:p>
            <a:r>
              <a:rPr lang="es-ES" dirty="0" smtClean="0"/>
              <a:t>1 portátil (Administrador) </a:t>
            </a:r>
          </a:p>
          <a:p>
            <a:r>
              <a:rPr lang="es-ES" dirty="0" smtClean="0"/>
              <a:t>1 mini PC NUC (Recepción) </a:t>
            </a:r>
          </a:p>
          <a:p>
            <a:r>
              <a:rPr lang="es-ES" dirty="0" smtClean="0"/>
              <a:t>1 PC de sobremesa (Administración) </a:t>
            </a:r>
          </a:p>
          <a:p>
            <a:r>
              <a:rPr lang="es-ES" dirty="0" smtClean="0"/>
              <a:t>Impresora láser compartida </a:t>
            </a:r>
          </a:p>
          <a:p>
            <a:r>
              <a:rPr lang="es-ES" dirty="0" smtClean="0"/>
              <a:t>Impresora de etiquetas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7339905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RED DE LA EMPRESA</a:t>
            </a:r>
            <a:endParaRPr lang="es-E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ES" b="1" dirty="0" smtClean="0"/>
              <a:t>🌐 Red informática</a:t>
            </a:r>
            <a:endParaRPr lang="es-ES" dirty="0" smtClean="0"/>
          </a:p>
          <a:p>
            <a:r>
              <a:rPr lang="es-ES" dirty="0" err="1" smtClean="0"/>
              <a:t>Router</a:t>
            </a:r>
            <a:r>
              <a:rPr lang="es-ES" dirty="0" smtClean="0"/>
              <a:t> con conexión a Internet </a:t>
            </a:r>
          </a:p>
          <a:p>
            <a:r>
              <a:rPr lang="es-ES" dirty="0" err="1" smtClean="0"/>
              <a:t>Switch</a:t>
            </a:r>
            <a:r>
              <a:rPr lang="es-ES" dirty="0" smtClean="0"/>
              <a:t> para red local (LAN) </a:t>
            </a:r>
          </a:p>
          <a:p>
            <a:r>
              <a:rPr lang="es-ES" dirty="0" smtClean="0"/>
              <a:t>Equipos conectados entre sí </a:t>
            </a:r>
          </a:p>
          <a:p>
            <a:r>
              <a:rPr lang="es-ES" dirty="0" smtClean="0"/>
              <a:t>Compartición de impresoras </a:t>
            </a:r>
          </a:p>
          <a:p>
            <a:r>
              <a:rPr lang="es-ES" dirty="0" smtClean="0"/>
              <a:t>Acceso a Internet en todos los puestos 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2642431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SISTEMA OPERATIVO Y SOFTWARE</a:t>
            </a:r>
            <a:endParaRPr lang="es-E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ES" b="1" dirty="0" smtClean="0"/>
              <a:t>   Sistema operativo y software</a:t>
            </a:r>
            <a:endParaRPr lang="es-ES" dirty="0" smtClean="0"/>
          </a:p>
          <a:p>
            <a:r>
              <a:rPr lang="es-ES" dirty="0" smtClean="0"/>
              <a:t>Windows 10 / Windows 11 </a:t>
            </a:r>
          </a:p>
          <a:p>
            <a:r>
              <a:rPr lang="es-ES" dirty="0" smtClean="0"/>
              <a:t>Google Chrome </a:t>
            </a:r>
          </a:p>
          <a:p>
            <a:r>
              <a:rPr lang="es-ES" dirty="0" smtClean="0"/>
              <a:t>Microsoft Office </a:t>
            </a:r>
          </a:p>
          <a:p>
            <a:r>
              <a:rPr lang="es-ES" dirty="0" smtClean="0"/>
              <a:t>Software de gestión de envíos </a:t>
            </a:r>
          </a:p>
          <a:p>
            <a:r>
              <a:rPr lang="es-ES" dirty="0" smtClean="0"/>
              <a:t>Excel para control de incidencias</a:t>
            </a: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2575134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VENTAJAS DEL SISTEMA</a:t>
            </a:r>
            <a:endParaRPr lang="es-E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ES" b="1" dirty="0" smtClean="0"/>
              <a:t>   Ventajas del sistema</a:t>
            </a:r>
            <a:endParaRPr lang="es-ES" dirty="0" smtClean="0"/>
          </a:p>
          <a:p>
            <a:r>
              <a:rPr lang="es-ES" dirty="0" smtClean="0"/>
              <a:t>Mejora la organización del trabajo </a:t>
            </a:r>
          </a:p>
          <a:p>
            <a:r>
              <a:rPr lang="es-ES" dirty="0" smtClean="0"/>
              <a:t>Acceso rápido a la información </a:t>
            </a:r>
          </a:p>
          <a:p>
            <a:r>
              <a:rPr lang="es-ES" dirty="0" smtClean="0"/>
              <a:t>Comunicación entre empleados </a:t>
            </a:r>
          </a:p>
          <a:p>
            <a:r>
              <a:rPr lang="es-ES" dirty="0" smtClean="0"/>
              <a:t>Reducción de errores </a:t>
            </a:r>
          </a:p>
          <a:p>
            <a:r>
              <a:rPr lang="es-ES" dirty="0" smtClean="0"/>
              <a:t>Mayor eficiencia en la gestión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7548285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CONCLUSIÓN</a:t>
            </a:r>
            <a:endParaRPr lang="es-E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ES" b="1" dirty="0" smtClean="0"/>
              <a:t>   Conclusión</a:t>
            </a:r>
            <a:endParaRPr lang="es-ES" dirty="0" smtClean="0"/>
          </a:p>
          <a:p>
            <a:r>
              <a:rPr lang="es-ES" dirty="0" smtClean="0"/>
              <a:t>Sistema sencillo y eficiente </a:t>
            </a:r>
          </a:p>
          <a:p>
            <a:r>
              <a:rPr lang="es-ES" dirty="0" smtClean="0"/>
              <a:t>Adaptado a una pequeña empresa </a:t>
            </a:r>
          </a:p>
          <a:p>
            <a:r>
              <a:rPr lang="es-ES" dirty="0" smtClean="0"/>
              <a:t>Facilita el trabajo diario </a:t>
            </a:r>
          </a:p>
          <a:p>
            <a:r>
              <a:rPr lang="es-ES" dirty="0" smtClean="0"/>
              <a:t>Mejora la productividad</a:t>
            </a: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47220439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190</Words>
  <Application>Microsoft Office PowerPoint</Application>
  <PresentationFormat>Panorámica</PresentationFormat>
  <Paragraphs>48</Paragraphs>
  <Slides>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Tema de Office</vt:lpstr>
      <vt:lpstr>Sistema Informático de Rubio Logistics S.L.</vt:lpstr>
      <vt:lpstr>DESCRIPCIÓN DE LA EMPRESA</vt:lpstr>
      <vt:lpstr>Estructura de la empresa</vt:lpstr>
      <vt:lpstr>EQUIPOS INFORMÁTICOS</vt:lpstr>
      <vt:lpstr>RED DE LA EMPRESA</vt:lpstr>
      <vt:lpstr>SISTEMA OPERATIVO Y SOFTWARE</vt:lpstr>
      <vt:lpstr>VENTAJAS DEL SISTEMA</vt:lpstr>
      <vt:lpstr>CONCLUSIÓN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Sistema Informático de Rubio Logistics S.L.</dc:title>
  <dc:creator>Maria Parralejo Villa</dc:creator>
  <cp:lastModifiedBy>Maria Parralejo Villa</cp:lastModifiedBy>
  <cp:revision>3</cp:revision>
  <dcterms:created xsi:type="dcterms:W3CDTF">2026-05-01T22:54:54Z</dcterms:created>
  <dcterms:modified xsi:type="dcterms:W3CDTF">2026-05-01T23:05:37Z</dcterms:modified>
</cp:coreProperties>
</file>